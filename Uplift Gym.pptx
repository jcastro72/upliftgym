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2" r:id="rId5"/>
    <p:sldId id="296" r:id="rId6"/>
    <p:sldId id="298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53E"/>
    <a:srgbClr val="F8F6F5"/>
    <a:srgbClr val="ED8512"/>
    <a:srgbClr val="446992"/>
    <a:srgbClr val="AEC2D8"/>
    <a:srgbClr val="98432A"/>
    <a:srgbClr val="D84400"/>
    <a:srgbClr val="44678D"/>
    <a:srgbClr val="263E5A"/>
    <a:srgbClr val="D6E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03" autoAdjust="0"/>
    <p:restoredTop sz="95634"/>
  </p:normalViewPr>
  <p:slideViewPr>
    <p:cSldViewPr snapToGrid="0" showGuides="1">
      <p:cViewPr varScale="1">
        <p:scale>
          <a:sx n="51" d="100"/>
          <a:sy n="51" d="100"/>
        </p:scale>
        <p:origin x="62" y="73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96F0-5BE0-D256-68E2-92E9DF70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B37AC-834F-FE3F-7A0B-652D41483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E705A-D7FB-74AD-3951-D9FC42906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D1C8-DF95-0CD1-EEFD-CC92EF958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567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5F51-AE50-5AF7-FEF3-20D9C39F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C1E76-BE29-0A9E-B3C7-991D15F25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BCB81-D9FA-BF4C-955A-93F358B38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9E3F5-FB11-D146-44E2-99314F658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1171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A47A5-3C5F-25A5-F2E7-8C8C0BF0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A1F09-EB64-ECF1-1C1C-0F753C534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DF81A-DAC3-5DAF-4D90-1556B59D7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58AF6-6543-9CA6-C909-BF2229B42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50496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A69C-7295-CE6B-B717-CEBD1537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71336-8A49-A6AB-BC2F-D955ED738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8581D-F83A-AEDF-2F22-75D51B062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7C9E1-ABD8-20A4-2912-72EAB9188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0146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3644F-0F09-AE22-97C2-1DA66F2F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86D47-6A1E-5DF7-65A8-C29E9EB62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40ED8-6C7D-BB40-F8D1-E4BACBFD7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DAE7B-26E4-5470-CB01-0766A8CBC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5783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81A8B-EAA8-0A0B-DA3F-A84A0831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4641D-E2A1-1562-05B5-DE9680528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A74A4-E739-5F5D-0F9F-65DC2F4E5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08BED-A46D-B0D7-3946-902F8CA85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4139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B5CA-6976-8B18-5334-BB1698AD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36EB0-F287-C9DA-2D5A-009624F5A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DCBCD-B316-668F-29BF-C97EB9000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758D0-460F-B34C-D550-097B4A8E3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9125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3EA3-A414-245C-8830-14473A3F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77419-841B-B71B-5227-A86BE6B6A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AF1D3-043A-86AB-0A83-267891820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6BD37-3BB3-58A1-031F-7AB57226A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0269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BF61-7C2E-92DD-1A17-E53C8AD5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E6A69-556F-D1DE-091B-395D4AC84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80334-2DD3-C078-7904-61383A1C3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4328E-F2EA-0687-D6DD-A1998717B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2237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952E-C55E-832D-DBCB-91A88C04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9A82F-9EBD-F3D6-7B63-4B68CE64D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0FE98-A909-0078-6CE0-0CD9BE09E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1451A-B69D-B8DC-BCEA-A7B3CF534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9703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jcastro72/UpliftGym" TargetMode="Externa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073" y="787247"/>
            <a:ext cx="5338422" cy="1902166"/>
          </a:xfrm>
        </p:spPr>
        <p:txBody>
          <a:bodyPr/>
          <a:lstStyle/>
          <a:p>
            <a:r>
              <a:rPr lang="en-US" sz="8000" dirty="0"/>
              <a:t>IT Capstone </a:t>
            </a:r>
            <a:br>
              <a:rPr lang="en-US" sz="8000" dirty="0"/>
            </a:br>
            <a:r>
              <a:rPr lang="en-US" sz="8000" dirty="0"/>
              <a:t>Project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9073" y="3078012"/>
            <a:ext cx="7376739" cy="2992741"/>
          </a:xfrm>
        </p:spPr>
        <p:txBody>
          <a:bodyPr/>
          <a:lstStyle/>
          <a:p>
            <a:r>
              <a:rPr lang="en-US" sz="2800" b="1" dirty="0"/>
              <a:t>Team Members: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Antonio George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Bianca Guimaraes Barros Leal Santos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Jacob Castro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Muhammad Fotih Abdullaev</a:t>
            </a:r>
          </a:p>
          <a:p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252FF8-496A-346D-96F2-D8AC9A131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6678766" y="1131424"/>
            <a:ext cx="5338422" cy="459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153B-4033-2D4B-AD99-154B1D20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36EE9CC-AC3D-B0D3-1722-55F6A3C1F3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82" r="19368" b="-1"/>
          <a:stretch>
            <a:fillRect/>
          </a:stretch>
        </p:blipFill>
        <p:spPr>
          <a:xfrm>
            <a:off x="5745001" y="0"/>
            <a:ext cx="6446999" cy="6857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C3B767C2-E402-011E-2324-8E41F0466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1215831"/>
            <a:ext cx="5117162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The Business - Uplift Gym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DE0FEC-E30F-332C-5AC1-2440CC8F45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902146"/>
            <a:ext cx="5117162" cy="205105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Small local gym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Offers group fitness classes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Limited staff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No online booking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Class booking is done manually (calls, text, messages)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F074E4E-18C2-E84C-655A-3CE525FA7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91F55-B48E-5B8B-A7CC-4293EDD4232B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altLang="zh-CN" dirty="0">
              <a:solidFill>
                <a:srgbClr val="F8F6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1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5B343-E031-95B5-BE52-1E223381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087662DE-36D3-B776-43DE-87FC70D0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756669"/>
            <a:ext cx="5117162" cy="1325563"/>
          </a:xfrm>
        </p:spPr>
        <p:txBody>
          <a:bodyPr anchor="ctr">
            <a:normAutofit/>
          </a:bodyPr>
          <a:lstStyle/>
          <a:p>
            <a:r>
              <a:rPr lang="en-US" sz="5400" dirty="0"/>
              <a:t>The Problem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B229A6-2881-3AB9-EB4F-EA8BC86C3D7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095323"/>
            <a:ext cx="5117162" cy="205105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Customers must call or message to book classes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Classes can be overbooked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Customers don’t know how many spots are left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Staff repeats the same information every day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Poor organization of class schedules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9100A7B-EC78-E2C1-E613-206D1251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84" r="18684"/>
          <a:stretch/>
        </p:blipFill>
        <p:spPr>
          <a:xfrm>
            <a:off x="5745001" y="10"/>
            <a:ext cx="6446999" cy="6857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9764-BC72-0F66-ED09-B3A5AECE4F65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altLang="zh-CN" dirty="0">
              <a:solidFill>
                <a:srgbClr val="F8F6F5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2880F9A-2104-022E-630B-A3C6CDFCC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7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D19F-6DD6-4AE6-D99F-FACE40794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D732B17B-9875-491C-B26B-AA179273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84" r="18684"/>
          <a:stretch/>
        </p:blipFill>
        <p:spPr>
          <a:xfrm>
            <a:off x="5745001" y="0"/>
            <a:ext cx="6446999" cy="6857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E0F8D399-7DE4-49D7-A325-83ED7688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1215831"/>
            <a:ext cx="5117162" cy="1325563"/>
          </a:xfrm>
        </p:spPr>
        <p:txBody>
          <a:bodyPr anchor="ctr">
            <a:noAutofit/>
          </a:bodyPr>
          <a:lstStyle/>
          <a:p>
            <a:r>
              <a:rPr lang="en-US" sz="5400" dirty="0"/>
              <a:t>Why This Is a Problem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C585C1C-9625-0B54-CAEB-B93B3CD6D0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902146"/>
            <a:ext cx="5117162" cy="205105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Wastes staff 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Causes confusion for customers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Creates booking mistakes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Poor customer experience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Limits business growth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8F9FC3E-E5A6-8E1B-4D1D-30112D25D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45686-37F1-2FDD-7465-888CAB6977D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rgbClr val="F8F6F5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altLang="zh-CN" dirty="0">
              <a:solidFill>
                <a:srgbClr val="F8F6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94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D7D6-E3BB-3E1E-57F4-6AD93205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7A5A0301-1D98-D171-B11A-6A0ACDEC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762507"/>
            <a:ext cx="5117162" cy="1325563"/>
          </a:xfrm>
        </p:spPr>
        <p:txBody>
          <a:bodyPr anchor="ctr">
            <a:normAutofit/>
          </a:bodyPr>
          <a:lstStyle/>
          <a:p>
            <a:r>
              <a:rPr lang="en-US" sz="5400" dirty="0"/>
              <a:t>Our Solution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FAF2211-274C-5956-1F98-16C75A5A890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2101160"/>
            <a:ext cx="5117162" cy="257080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An online class booking website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Customers can: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2800" dirty="0"/>
              <a:t>View available classes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2800" dirty="0"/>
              <a:t>Check schedules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2800" dirty="0"/>
              <a:t>See remaining spots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2800" dirty="0"/>
              <a:t>Book classes online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2800" dirty="0"/>
              <a:t>Buy class packages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C0F73-E86C-3F00-E419-0FB37C3923F9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3AE3B05-4BF5-B62D-B375-4366DD872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A4872C-3237-A9E5-3858-DD5B5D87EB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4805" t="10122" r="12490" b="5362"/>
          <a:stretch>
            <a:fillRect/>
          </a:stretch>
        </p:blipFill>
        <p:spPr>
          <a:xfrm>
            <a:off x="5320515" y="904618"/>
            <a:ext cx="6702494" cy="5190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DC980A-6D81-79A7-F1A0-FDE0B0F83C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443" b="90619" l="10000" r="90000">
                        <a14:foregroundMark x1="42875" y1="12195" x2="56125" y2="11820"/>
                        <a14:foregroundMark x1="56125" y1="11820" x2="71625" y2="13321"/>
                        <a14:foregroundMark x1="76000" y1="8443" x2="82875" y2="8443"/>
                        <a14:foregroundMark x1="42375" y1="20263" x2="43375" y2="55910"/>
                        <a14:foregroundMark x1="43375" y1="55910" x2="43250" y2="80300"/>
                        <a14:foregroundMark x1="45000" y1="89869" x2="60500" y2="89306"/>
                        <a14:foregroundMark x1="60500" y1="89306" x2="69375" y2="90056"/>
                        <a14:foregroundMark x1="26750" y1="35272" x2="26750" y2="90619"/>
                        <a14:foregroundMark x1="27000" y1="33959" x2="35625" y2="35647"/>
                        <a14:foregroundMark x1="22000" y1="44278" x2="20625" y2="51407"/>
                        <a14:foregroundMark x1="16625" y1="37336" x2="17000" y2="52345"/>
                        <a14:foregroundMark x1="17000" y1="52345" x2="16625" y2="63227"/>
                        <a14:foregroundMark x1="16625" y1="63227" x2="16625" y2="71670"/>
                        <a14:foregroundMark x1="16625" y1="71670" x2="16625" y2="81614"/>
                        <a14:foregroundMark x1="16625" y1="81614" x2="17000" y2="89869"/>
                        <a14:foregroundMark x1="36125" y1="47655" x2="36375" y2="54972"/>
                        <a14:foregroundMark x1="35625" y1="67167" x2="36000" y2="772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34224" y="1683896"/>
            <a:ext cx="6310833" cy="4204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6BFECA-DCC8-6269-D8C7-A9DDD63B1ABF}"/>
              </a:ext>
            </a:extLst>
          </p:cNvPr>
          <p:cNvSpPr txBox="1"/>
          <p:nvPr/>
        </p:nvSpPr>
        <p:spPr>
          <a:xfrm>
            <a:off x="5559261" y="587050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is a visual mockup, not the final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36211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A871-89BF-FCE6-825A-8010FADD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FD2267D0-A962-5D79-8763-A2B561350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321" y="551005"/>
            <a:ext cx="3871357" cy="1325563"/>
          </a:xfrm>
        </p:spPr>
        <p:txBody>
          <a:bodyPr anchor="ctr">
            <a:normAutofit/>
          </a:bodyPr>
          <a:lstStyle/>
          <a:p>
            <a:r>
              <a:rPr lang="en-US" sz="5400" dirty="0"/>
              <a:t>Key Features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F71E0-8530-F5B2-82D9-CB986495EFF0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C58DE76-9E62-95D4-D8D3-2354C88A7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9A2921-09C5-B005-9E86-5F294346BAC4}"/>
              </a:ext>
            </a:extLst>
          </p:cNvPr>
          <p:cNvSpPr txBox="1"/>
          <p:nvPr/>
        </p:nvSpPr>
        <p:spPr>
          <a:xfrm>
            <a:off x="1031534" y="2315373"/>
            <a:ext cx="5162314" cy="280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🛒 Online Sales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🎟️ Single class purchase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📚 Class packages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🛒 Shopping cart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💳 Simulated checkout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28622-1C0C-810C-3F10-6570BECF7083}"/>
              </a:ext>
            </a:extLst>
          </p:cNvPr>
          <p:cNvSpPr txBox="1"/>
          <p:nvPr/>
        </p:nvSpPr>
        <p:spPr>
          <a:xfrm>
            <a:off x="5724582" y="2315374"/>
            <a:ext cx="6290129" cy="280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📅 Class Booking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🏋️‍♀️ 10 fitness classes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👥 20-person limit per class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🔄 Real-time availability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⛔ Booking stops when class is full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032DAD0-2CC1-D034-C4F5-47CA66632B4D}"/>
              </a:ext>
            </a:extLst>
          </p:cNvPr>
          <p:cNvCxnSpPr>
            <a:cxnSpLocks/>
          </p:cNvCxnSpPr>
          <p:nvPr/>
        </p:nvCxnSpPr>
        <p:spPr>
          <a:xfrm>
            <a:off x="5672352" y="2315373"/>
            <a:ext cx="0" cy="2984821"/>
          </a:xfrm>
          <a:prstGeom prst="line">
            <a:avLst/>
          </a:prstGeom>
          <a:ln>
            <a:solidFill>
              <a:srgbClr val="0F2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08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0526-63F5-88AA-4B79-32114C9F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DB58032-09D0-3193-5E71-7D6BE46C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405" y="722266"/>
            <a:ext cx="5632237" cy="1325563"/>
          </a:xfrm>
        </p:spPr>
        <p:txBody>
          <a:bodyPr anchor="ctr">
            <a:normAutofit fontScale="90000"/>
          </a:bodyPr>
          <a:lstStyle/>
          <a:p>
            <a:r>
              <a:rPr lang="en-US" sz="5400" dirty="0"/>
              <a:t>Design &amp;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6F0C8-756F-C94A-3F7A-44A5D982B19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41068E9-7F3F-764F-23DE-5F8C47521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852BF3-DECC-32BA-8229-7B8657660EAD}"/>
              </a:ext>
            </a:extLst>
          </p:cNvPr>
          <p:cNvSpPr txBox="1"/>
          <p:nvPr/>
        </p:nvSpPr>
        <p:spPr>
          <a:xfrm>
            <a:off x="699247" y="2296204"/>
            <a:ext cx="7261411" cy="3356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💻 HTML, CSS, JavaScript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📱💻 Responsive design (desktop &amp; mobile)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🗄️ Database (Node.js, MySQL) for: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Classes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Schedules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Bookings</a:t>
            </a:r>
          </a:p>
        </p:txBody>
      </p:sp>
    </p:spTree>
    <p:extLst>
      <p:ext uri="{BB962C8B-B14F-4D97-AF65-F5344CB8AC3E}">
        <p14:creationId xmlns:p14="http://schemas.microsoft.com/office/powerpoint/2010/main" val="253997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F6B0-4D9A-10BF-6565-8A813A12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26AFFE7-C7BE-4547-A50D-F714483FA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697" y="722266"/>
            <a:ext cx="3066606" cy="1325563"/>
          </a:xfrm>
        </p:spPr>
        <p:txBody>
          <a:bodyPr anchor="ctr">
            <a:normAutofit fontScale="90000"/>
          </a:bodyPr>
          <a:lstStyle/>
          <a:p>
            <a:r>
              <a:rPr lang="en-US" sz="5400" dirty="0"/>
              <a:t>Tools Used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C7D7-7DF1-A877-7B00-8F2E523D8373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5076648-D6A5-4558-56B3-00248F944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444F35-F303-07BC-2B5E-47B241CADAA2}"/>
              </a:ext>
            </a:extLst>
          </p:cNvPr>
          <p:cNvSpPr txBox="1"/>
          <p:nvPr/>
        </p:nvSpPr>
        <p:spPr>
          <a:xfrm>
            <a:off x="699247" y="2296204"/>
            <a:ext cx="8040019" cy="3354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     GitHub – Version control and collaboration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🌐GitHub Pages – Front-End website hosting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💻Raspberry Pi – Back-End server hosting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⚙️Node.js – back-end application logic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🗄️MySQL – database management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📊</a:t>
            </a:r>
            <a:r>
              <a:rPr lang="en-US" sz="2400" dirty="0" err="1"/>
              <a:t>Repsona</a:t>
            </a:r>
            <a:r>
              <a:rPr lang="en-US" sz="2400" dirty="0"/>
              <a:t> Gantt – project planning and Gantt chart</a:t>
            </a: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D2624203-B162-2F1E-E6AC-1BAD65648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9586" y="2501191"/>
            <a:ext cx="322616" cy="32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9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1B300-C619-B665-8903-2C2A9175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0B29270E-A172-188F-A226-A191D9F1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713" y="722266"/>
            <a:ext cx="3176573" cy="1325563"/>
          </a:xfrm>
        </p:spPr>
        <p:txBody>
          <a:bodyPr anchor="ctr">
            <a:normAutofit fontScale="90000"/>
          </a:bodyPr>
          <a:lstStyle/>
          <a:p>
            <a:r>
              <a:rPr lang="en-US" sz="5400" dirty="0"/>
              <a:t>Team Roles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8252C-9BEB-6DF2-D105-076FA5BC7C3C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3E87961-2085-EC6D-918E-B57C3C6D2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10C5AD-D373-1A04-73D4-44C1ADBC3026}"/>
              </a:ext>
            </a:extLst>
          </p:cNvPr>
          <p:cNvSpPr txBox="1"/>
          <p:nvPr/>
        </p:nvSpPr>
        <p:spPr>
          <a:xfrm>
            <a:off x="699247" y="1935605"/>
            <a:ext cx="7994179" cy="4464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⚙️💻Back-End Development: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👤Muhammad – Database and booking logic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👤Jacob – Class schedules and data validation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🎨💻Front-End Development: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👤Bianca – Website pages and responsive design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👤Antonio – JavaScript interactions and alerts 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All team members support each other as needed</a:t>
            </a:r>
          </a:p>
        </p:txBody>
      </p:sp>
    </p:spTree>
    <p:extLst>
      <p:ext uri="{BB962C8B-B14F-4D97-AF65-F5344CB8AC3E}">
        <p14:creationId xmlns:p14="http://schemas.microsoft.com/office/powerpoint/2010/main" val="176703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5EFB6-6DF6-AF45-FE36-0C240EDB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E523CCD2-8EEE-629F-FA30-DE67EFC7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889" y="722266"/>
            <a:ext cx="4426222" cy="1325563"/>
          </a:xfrm>
        </p:spPr>
        <p:txBody>
          <a:bodyPr anchor="ctr">
            <a:normAutofit fontScale="90000"/>
          </a:bodyPr>
          <a:lstStyle/>
          <a:p>
            <a:r>
              <a:rPr lang="en-US" sz="5400" dirty="0"/>
              <a:t>Project Timeline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1FA86-C17E-65C0-7CC4-76D2DBDB6E8B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28F8A44-5A9B-97B3-242E-5224AC35D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DB56BD3-23DE-DC4C-F583-8A3019E56F87}"/>
              </a:ext>
            </a:extLst>
          </p:cNvPr>
          <p:cNvGrpSpPr/>
          <p:nvPr/>
        </p:nvGrpSpPr>
        <p:grpSpPr>
          <a:xfrm>
            <a:off x="0" y="2550412"/>
            <a:ext cx="12141092" cy="1956274"/>
            <a:chOff x="0" y="2550412"/>
            <a:chExt cx="10905443" cy="175717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013949-DD64-0D90-BF73-C7A6FC22C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6719"/>
            <a:stretch>
              <a:fillRect/>
            </a:stretch>
          </p:blipFill>
          <p:spPr>
            <a:xfrm>
              <a:off x="0" y="2550412"/>
              <a:ext cx="1619250" cy="175717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9844EF7-F85D-2C64-0ABF-90CC9343F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3834"/>
            <a:stretch>
              <a:fillRect/>
            </a:stretch>
          </p:blipFill>
          <p:spPr>
            <a:xfrm>
              <a:off x="1619250" y="2550412"/>
              <a:ext cx="9286193" cy="1757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7325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1A99-FEE1-F809-7621-56BFC645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97BB8A12-BF9E-21F3-0E98-5EC5E74B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851" y="722266"/>
            <a:ext cx="4976298" cy="1325563"/>
          </a:xfrm>
        </p:spPr>
        <p:txBody>
          <a:bodyPr anchor="ctr">
            <a:normAutofit fontScale="90000"/>
          </a:bodyPr>
          <a:lstStyle/>
          <a:p>
            <a:r>
              <a:rPr lang="en-US" sz="5400" dirty="0"/>
              <a:t>GitHub Repository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39D2C-890D-B5A6-8BFA-544280AA93EF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7292089-6B8E-81B1-C01B-55B3C85A6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46943" y="5976729"/>
            <a:ext cx="984591" cy="8475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2B7134-B079-98B3-E0C7-F953008409FB}"/>
              </a:ext>
            </a:extLst>
          </p:cNvPr>
          <p:cNvSpPr txBox="1"/>
          <p:nvPr/>
        </p:nvSpPr>
        <p:spPr>
          <a:xfrm>
            <a:off x="699247" y="2296204"/>
            <a:ext cx="7884902" cy="3356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Project repository created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Used for all source code and documentation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Includes proposal and project timeline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Repository is private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Access can be granted to the professor upon request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hlinkClick r:id="rId5"/>
              </a:rPr>
              <a:t>https://github.com/jcastro72/UpliftGym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562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DA9D0D-4DF9-89C7-BFEE-329D3AE83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044" y="5231900"/>
            <a:ext cx="5902912" cy="1543985"/>
          </a:xfrm>
        </p:spPr>
        <p:txBody>
          <a:bodyPr/>
          <a:lstStyle/>
          <a:p>
            <a:r>
              <a:rPr lang="en-US" sz="9600" dirty="0"/>
              <a:t>Thank you!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670-C952-F1E7-1588-9A68818FD59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4637B-8339-B7A0-91B7-3184FCBE7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2375">
                        <a14:foregroundMark x1="92375" y1="64250" x2="92375" y2="64250"/>
                        <a14:foregroundMark x1="28375" y1="63875" x2="28375" y2="63875"/>
                        <a14:foregroundMark x1="29750" y1="63875" x2="20250" y2="65375"/>
                        <a14:foregroundMark x1="69000" y1="64625" x2="77875" y2="64500"/>
                        <a14:foregroundMark x1="58875" y1="66750" x2="58875" y2="66750"/>
                        <a14:foregroundMark x1="61500" y1="61500" x2="38000" y2="61125"/>
                        <a14:foregroundMark x1="38000" y1="61125" x2="38875" y2="60625"/>
                        <a14:foregroundMark x1="20250" y1="45500" x2="56000" y2="44500"/>
                        <a14:foregroundMark x1="56000" y1="44500" x2="76750" y2="45750"/>
                        <a14:foregroundMark x1="48500" y1="67875" x2="48500" y2="65750"/>
                        <a14:foregroundMark x1="17375" y1="69375" x2="17375" y2="69375"/>
                        <a14:backgroundMark x1="89125" y1="67250" x2="89125" y2="67250"/>
                        <a14:backgroundMark x1="88000" y1="68000" x2="88000" y2="68000"/>
                        <a14:backgroundMark x1="86875" y1="68750" x2="86875" y2="68750"/>
                        <a14:backgroundMark x1="85750" y1="69250" x2="85750" y2="69250"/>
                        <a14:backgroundMark x1="84250" y1="66750" x2="84250" y2="66750"/>
                        <a14:backgroundMark x1="82375" y1="67625" x2="82375" y2="67625"/>
                        <a14:backgroundMark x1="17625" y1="70125" x2="17625" y2="70125"/>
                      </a14:backgroundRemoval>
                    </a14:imgEffect>
                  </a14:imgLayer>
                </a14:imgProps>
              </a:ext>
            </a:extLst>
          </a:blip>
          <a:srcRect l="9342" t="12262" r="4850" b="13878"/>
          <a:stretch>
            <a:fillRect/>
          </a:stretch>
        </p:blipFill>
        <p:spPr>
          <a:xfrm>
            <a:off x="3426789" y="618011"/>
            <a:ext cx="5338422" cy="459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282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4349</TotalTime>
  <Words>372</Words>
  <Application>Microsoft Office PowerPoint</Application>
  <PresentationFormat>Widescreen</PresentationFormat>
  <Paragraphs>98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等线</vt:lpstr>
      <vt:lpstr>Abadi</vt:lpstr>
      <vt:lpstr>Arial</vt:lpstr>
      <vt:lpstr>Calibri</vt:lpstr>
      <vt:lpstr>Posterama Text Black</vt:lpstr>
      <vt:lpstr>Posterama Text SemiBold</vt:lpstr>
      <vt:lpstr>Wingdings</vt:lpstr>
      <vt:lpstr>Custom​​</vt:lpstr>
      <vt:lpstr>IT Capstone  Project </vt:lpstr>
      <vt:lpstr>The Business - Uplift Gym</vt:lpstr>
      <vt:lpstr>The Problem</vt:lpstr>
      <vt:lpstr>Why This Is a Problem</vt:lpstr>
      <vt:lpstr>Our Solution</vt:lpstr>
      <vt:lpstr>Key Features</vt:lpstr>
      <vt:lpstr>Design &amp; Technology</vt:lpstr>
      <vt:lpstr>Tools Used</vt:lpstr>
      <vt:lpstr>Team Roles</vt:lpstr>
      <vt:lpstr>Project Timeline</vt:lpstr>
      <vt:lpstr>GitHub Repository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 Guimaraes Barros Leal Santos</dc:creator>
  <cp:lastModifiedBy>Bianca Guimaraes Barros Leal Santos</cp:lastModifiedBy>
  <cp:revision>10</cp:revision>
  <dcterms:created xsi:type="dcterms:W3CDTF">2026-02-03T00:29:10Z</dcterms:created>
  <dcterms:modified xsi:type="dcterms:W3CDTF">2026-02-06T19:34:56Z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